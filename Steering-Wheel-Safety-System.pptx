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6boEG5dp+b1nVmKxkDYWswdD4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1f81f755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1f81f755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2295d04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2295d04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2295d049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2295d049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1f81f755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1f81f755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1f81f755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1f81f755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2295d049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2295d049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7220cd744c_1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g27220cd744c_1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g27220cd744c_1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7220cd744c_1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g27220cd744c_1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7220cd744c_1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7220cd744c_1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27220cd744c_1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7220cd744c_1_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7220cd744c_1_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27220cd744c_1_1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g27220cd744c_1_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7220cd744c_1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27220cd744c_1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7220cd744c_1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g27220cd744c_1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27220cd744c_1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220cd744c_1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g27220cd744c_1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7220cd744c_1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27220cd744c_1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g27220cd744c_1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g27220cd744c_1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27220cd744c_1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7220cd744c_1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27220cd744c_1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7220cd744c_1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27220cd744c_1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27220cd744c_1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7220cd744c_1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220cd744c_1_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7220cd744c_1_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27220cd744c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27220cd744c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27220cd744c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7220cd744c_1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27220cd744c_1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27220cd744c_1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0" y="993531"/>
            <a:ext cx="4885592" cy="449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956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Steering Wheel Safety System</a:t>
            </a:r>
            <a:br>
              <a:rPr lang="en-US"/>
            </a:br>
            <a:br>
              <a:rPr lang="en-US"/>
            </a:br>
            <a:r>
              <a:rPr lang="en-US" sz="2200"/>
              <a:t>Group: 04</a:t>
            </a:r>
            <a:br>
              <a:rPr lang="en-US" sz="2200"/>
            </a:br>
            <a:r>
              <a:rPr lang="en-US" sz="2200"/>
              <a:t>Course: CSE231</a:t>
            </a:r>
            <a:br>
              <a:rPr lang="en-US" sz="2200"/>
            </a:br>
            <a:r>
              <a:rPr lang="en-US" sz="2200"/>
              <a:t>Section – 07 </a:t>
            </a:r>
            <a:br>
              <a:rPr lang="en-US" sz="2200"/>
            </a:br>
            <a:r>
              <a:rPr lang="en-US" sz="2200"/>
              <a:t>Course Instructor: Dr. Khaleda Ali </a:t>
            </a:r>
            <a:br>
              <a:rPr lang="en-US"/>
            </a:br>
            <a:endParaRPr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6957646" y="993531"/>
            <a:ext cx="4472354" cy="427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4884" y="87923"/>
            <a:ext cx="7107115" cy="550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title"/>
          </p:nvPr>
        </p:nvSpPr>
        <p:spPr>
          <a:xfrm>
            <a:off x="134826" y="213325"/>
            <a:ext cx="4034100" cy="6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en-US" sz="8000"/>
              <a:t>The Problem </a:t>
            </a:r>
            <a:endParaRPr/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1"/>
          </p:nvPr>
        </p:nvSpPr>
        <p:spPr>
          <a:xfrm>
            <a:off x="6963506" y="1027906"/>
            <a:ext cx="486507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0" lvl="7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980" y="-1"/>
            <a:ext cx="58750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221775" y="0"/>
            <a:ext cx="3835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About 6284 people died in accident due to getting distracted while driving.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[source: Dhaka Tribune] </a:t>
            </a:r>
            <a:endParaRPr/>
          </a:p>
        </p:txBody>
      </p:sp>
      <p:pic>
        <p:nvPicPr>
          <p:cNvPr id="75" name="Google Shape;75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57124" y="0"/>
            <a:ext cx="7741200" cy="67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1028701" y="285995"/>
            <a:ext cx="3877408" cy="6123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Potential solution </a:t>
            </a:r>
            <a:endParaRPr/>
          </a:p>
        </p:txBody>
      </p:sp>
      <p:pic>
        <p:nvPicPr>
          <p:cNvPr id="81" name="Google Shape;81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39153" y="0"/>
            <a:ext cx="6019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3508131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System that detects removal of hand from the steering wheel </a:t>
            </a:r>
            <a:endParaRPr/>
          </a:p>
        </p:txBody>
      </p:sp>
      <p:pic>
        <p:nvPicPr>
          <p:cNvPr id="87" name="Google Shape;87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675185" y="8792"/>
            <a:ext cx="8516816" cy="6858000"/>
          </a:xfrm>
          <a:prstGeom prst="rect">
            <a:avLst/>
          </a:prstGeom>
          <a:blipFill rotWithShape="1">
            <a:blip r:embed="rId4">
              <a:alphaModFix amt="71000"/>
            </a:blip>
            <a:stretch>
              <a:fillRect/>
            </a:stretch>
          </a:blipFill>
          <a:ln>
            <a:noFill/>
          </a:ln>
          <a:effectLst>
            <a:reflection stA="97000" endPos="65000" dist="508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0" y="182562"/>
            <a:ext cx="3780692" cy="649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Blueprint of the solution </a:t>
            </a:r>
            <a:endParaRPr/>
          </a:p>
        </p:txBody>
      </p:sp>
      <p:pic>
        <p:nvPicPr>
          <p:cNvPr id="93" name="Google Shape;93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80693" y="0"/>
            <a:ext cx="84113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1f81f7553_0_6"/>
          <p:cNvSpPr txBox="1">
            <a:spLocks noGrp="1"/>
          </p:cNvSpPr>
          <p:nvPr>
            <p:ph type="title"/>
          </p:nvPr>
        </p:nvSpPr>
        <p:spPr>
          <a:xfrm>
            <a:off x="3012850" y="544925"/>
            <a:ext cx="5547900" cy="53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271f81f7553_0_6"/>
          <p:cNvSpPr txBox="1">
            <a:spLocks noGrp="1"/>
          </p:cNvSpPr>
          <p:nvPr>
            <p:ph type="body" idx="1"/>
          </p:nvPr>
        </p:nvSpPr>
        <p:spPr>
          <a:xfrm>
            <a:off x="901625" y="916525"/>
            <a:ext cx="10515600" cy="458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chemeClr val="dk1"/>
                </a:solidFill>
              </a:rPr>
              <a:t>Our system functions by detecting the presence of the driver's hands on the steering wheel:</a:t>
            </a:r>
            <a:endParaRPr sz="2500" b="1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US" sz="2500" b="1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Full Contact (10 fingers):</a:t>
            </a:r>
            <a:r>
              <a:rPr lang="en-US" sz="25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 No alarm is triggered, indicating safe driving.</a:t>
            </a:r>
            <a:endParaRPr sz="25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US" sz="2500" b="1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Partial Contact (</a:t>
            </a:r>
            <a:r>
              <a:rPr lang="en-US" sz="2500" b="1">
                <a:solidFill>
                  <a:srgbClr val="980000"/>
                </a:solidFill>
              </a:rPr>
              <a:t>6</a:t>
            </a:r>
            <a:r>
              <a:rPr lang="en-US" sz="2500" b="1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500" b="1">
                <a:solidFill>
                  <a:srgbClr val="980000"/>
                </a:solidFill>
              </a:rPr>
              <a:t>10 </a:t>
            </a:r>
            <a:r>
              <a:rPr lang="en-US" sz="2500" b="1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fingers):</a:t>
            </a:r>
            <a:r>
              <a:rPr lang="en-US" sz="25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>
                <a:solidFill>
                  <a:srgbClr val="980000"/>
                </a:solidFill>
              </a:rPr>
              <a:t>No </a:t>
            </a:r>
            <a:r>
              <a:rPr lang="en-US" sz="25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warning buzzer sounds,</a:t>
            </a:r>
            <a:r>
              <a:rPr lang="en-US" sz="2500">
                <a:solidFill>
                  <a:srgbClr val="980000"/>
                </a:solidFill>
              </a:rPr>
              <a:t>indicating safe driving.</a:t>
            </a:r>
            <a:endParaRPr sz="2500">
              <a:solidFill>
                <a:srgbClr val="980000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500"/>
              <a:buChar char="●"/>
            </a:pPr>
            <a:r>
              <a:rPr lang="en-US" sz="2500" b="1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No Contact (0-4 fingers):</a:t>
            </a:r>
            <a:r>
              <a:rPr lang="en-US" sz="25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 An alarm activates, alerting the driver to take immediate action.</a:t>
            </a:r>
            <a:endParaRPr sz="25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72295d04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1625" y="496325"/>
            <a:ext cx="5002775" cy="61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72295d049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75" y="599375"/>
            <a:ext cx="6667725" cy="60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72295d0492_0_0"/>
          <p:cNvSpPr txBox="1">
            <a:spLocks noGrp="1"/>
          </p:cNvSpPr>
          <p:nvPr>
            <p:ph type="title"/>
          </p:nvPr>
        </p:nvSpPr>
        <p:spPr>
          <a:xfrm>
            <a:off x="324275" y="-33900"/>
            <a:ext cx="6612300" cy="633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820"/>
              <a:t>Truth Table using C++ code</a:t>
            </a:r>
            <a:endParaRPr sz="34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272295d049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750" y="112750"/>
            <a:ext cx="8972825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72295d0492_0_12"/>
          <p:cNvSpPr txBox="1">
            <a:spLocks noGrp="1"/>
          </p:cNvSpPr>
          <p:nvPr>
            <p:ph type="title"/>
          </p:nvPr>
        </p:nvSpPr>
        <p:spPr>
          <a:xfrm>
            <a:off x="272875" y="1392200"/>
            <a:ext cx="2509200" cy="2949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Attempt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1f81f7553_0_11"/>
          <p:cNvSpPr txBox="1">
            <a:spLocks noGrp="1"/>
          </p:cNvSpPr>
          <p:nvPr>
            <p:ph type="title" idx="4294967295"/>
          </p:nvPr>
        </p:nvSpPr>
        <p:spPr>
          <a:xfrm>
            <a:off x="1369050" y="193500"/>
            <a:ext cx="9101100" cy="8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</a:t>
            </a:r>
            <a:r>
              <a:rPr lang="en-US" b="1">
                <a:solidFill>
                  <a:srgbClr val="0000FF"/>
                </a:solidFill>
              </a:rPr>
              <a:t>Final Circuit Simulation</a:t>
            </a:r>
            <a:endParaRPr b="1">
              <a:solidFill>
                <a:srgbClr val="0000FF"/>
              </a:solidFill>
            </a:endParaRPr>
          </a:p>
        </p:txBody>
      </p:sp>
      <p:pic>
        <p:nvPicPr>
          <p:cNvPr id="118" name="Google Shape;118;g271f81f7553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950" y="879475"/>
            <a:ext cx="9601199" cy="50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lin ang="5400012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1f81f7553_0_1"/>
          <p:cNvSpPr txBox="1">
            <a:spLocks noGrp="1"/>
          </p:cNvSpPr>
          <p:nvPr>
            <p:ph type="title"/>
          </p:nvPr>
        </p:nvSpPr>
        <p:spPr>
          <a:xfrm>
            <a:off x="375875" y="1606225"/>
            <a:ext cx="1669500" cy="225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Truth  Table </a:t>
            </a:r>
            <a:endParaRPr/>
          </a:p>
        </p:txBody>
      </p:sp>
      <p:sp>
        <p:nvSpPr>
          <p:cNvPr id="124" name="Google Shape;124;g271f81f7553_0_1"/>
          <p:cNvSpPr txBox="1">
            <a:spLocks noGrp="1"/>
          </p:cNvSpPr>
          <p:nvPr>
            <p:ph type="body" idx="1"/>
          </p:nvPr>
        </p:nvSpPr>
        <p:spPr>
          <a:xfrm>
            <a:off x="1711525" y="510300"/>
            <a:ext cx="7620000" cy="612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5" name="Google Shape;125;g271f81f755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901" y="510300"/>
            <a:ext cx="6195325" cy="612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g271f81f7553_0_1"/>
          <p:cNvCxnSpPr/>
          <p:nvPr/>
        </p:nvCxnSpPr>
        <p:spPr>
          <a:xfrm>
            <a:off x="3911900" y="989750"/>
            <a:ext cx="8700" cy="3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0" y="250825"/>
            <a:ext cx="3434862" cy="649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Components </a:t>
            </a:r>
            <a:endParaRPr/>
          </a:p>
        </p:txBody>
      </p:sp>
      <p:pic>
        <p:nvPicPr>
          <p:cNvPr id="132" name="Google Shape;132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61946" y="87924"/>
            <a:ext cx="8930053" cy="677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lin ang="5400012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>
            <a:spLocks noGrp="1"/>
          </p:cNvSpPr>
          <p:nvPr>
            <p:ph type="title"/>
          </p:nvPr>
        </p:nvSpPr>
        <p:spPr>
          <a:xfrm>
            <a:off x="71475" y="70581"/>
            <a:ext cx="59817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457200" lvl="0" indent="-3028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625"/>
              <a:buChar char="●"/>
            </a:pPr>
            <a:r>
              <a:rPr lang="en-US" sz="3200"/>
              <a:t>Wires</a:t>
            </a:r>
            <a:endParaRPr sz="32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     →Used for making electrical connections.</a:t>
            </a:r>
            <a:endParaRPr sz="1366">
              <a:solidFill>
                <a:srgbClr val="980000"/>
              </a:solidFill>
            </a:endParaRPr>
          </a:p>
          <a:p>
            <a:pPr marL="457200" lvl="0" indent="-3028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625"/>
              <a:buChar char="●"/>
            </a:pPr>
            <a:r>
              <a:rPr lang="en-US" sz="3200"/>
              <a:t>Breadboard</a:t>
            </a:r>
            <a:endParaRPr sz="32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 </a:t>
            </a:r>
            <a:r>
              <a:rPr lang="en-US" sz="800"/>
              <a:t>      </a:t>
            </a:r>
            <a:r>
              <a:rPr lang="en-US" sz="1522">
                <a:solidFill>
                  <a:srgbClr val="980000"/>
                </a:solidFill>
              </a:rPr>
              <a:t> </a:t>
            </a:r>
            <a:r>
              <a:rPr lang="en-US" sz="1588">
                <a:solidFill>
                  <a:srgbClr val="980000"/>
                </a:solidFill>
              </a:rPr>
              <a:t>→</a:t>
            </a:r>
            <a:r>
              <a:rPr lang="en-US" sz="1522">
                <a:solidFill>
                  <a:srgbClr val="980000"/>
                </a:solidFill>
              </a:rPr>
              <a:t>for building and testing circuits.</a:t>
            </a:r>
            <a:endParaRPr sz="1522" u="sng">
              <a:solidFill>
                <a:srgbClr val="980000"/>
              </a:solidFill>
              <a:highlight>
                <a:srgbClr val="980000"/>
              </a:highlight>
            </a:endParaRPr>
          </a:p>
          <a:p>
            <a:pPr marL="457200" lvl="0" indent="-3028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625"/>
              <a:buChar char="●"/>
            </a:pPr>
            <a:r>
              <a:rPr lang="en-US" sz="3200"/>
              <a:t>3- input OR Gate </a:t>
            </a: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              </a:t>
            </a:r>
            <a:r>
              <a:rPr lang="en-US" sz="1366">
                <a:solidFill>
                  <a:srgbClr val="980000"/>
                </a:solidFill>
              </a:rPr>
              <a:t>→Outputs high if any one of the inputs is high.</a:t>
            </a:r>
            <a:endParaRPr sz="1000"/>
          </a:p>
          <a:p>
            <a:pPr marL="457200" lvl="0" indent="-3028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625"/>
              <a:buChar char="●"/>
            </a:pPr>
            <a:r>
              <a:rPr lang="en-US" sz="3200"/>
              <a:t>2 input AND Gate</a:t>
            </a:r>
            <a:endParaRPr sz="32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 </a:t>
            </a:r>
            <a:r>
              <a:rPr lang="en-US" sz="1366">
                <a:solidFill>
                  <a:srgbClr val="980000"/>
                </a:solidFill>
              </a:rPr>
              <a:t>→Outputs high only if both inputs are high.</a:t>
            </a:r>
            <a:endParaRPr sz="1500"/>
          </a:p>
          <a:p>
            <a:pPr marL="457200" lvl="0" indent="-29781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8928"/>
              <a:buChar char="●"/>
            </a:pPr>
            <a:r>
              <a:rPr lang="en-US" sz="3111"/>
              <a:t>8X1 MUX (Multiplexer)</a:t>
            </a:r>
            <a:endParaRPr sz="311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           </a:t>
            </a:r>
            <a:r>
              <a:rPr lang="en-US" sz="1366">
                <a:solidFill>
                  <a:srgbClr val="980000"/>
                </a:solidFill>
              </a:rPr>
              <a:t>→selects one of several input signals and forwards the selected</a:t>
            </a:r>
            <a:endParaRPr sz="1366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                input to a single output line.                                                                                 </a:t>
            </a:r>
            <a:endParaRPr sz="1400"/>
          </a:p>
          <a:p>
            <a:pPr marL="457200" lvl="0" indent="-29781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8928"/>
              <a:buChar char="●"/>
            </a:pPr>
            <a:r>
              <a:rPr lang="en-US" sz="3111"/>
              <a:t>NOT Gate</a:t>
            </a:r>
            <a:endParaRPr sz="3111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→Outputs the inverse of the input.</a:t>
            </a:r>
            <a:endParaRPr sz="3000"/>
          </a:p>
          <a:p>
            <a:pPr marL="457200" lvl="0" indent="-3143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4117"/>
              <a:buChar char="●"/>
            </a:pPr>
            <a:r>
              <a:rPr lang="en-US" sz="3400"/>
              <a:t>Buzzer</a:t>
            </a:r>
            <a:endParaRPr sz="3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→Used for sound alarms .</a:t>
            </a:r>
            <a:endParaRPr sz="3400"/>
          </a:p>
          <a:p>
            <a:pPr marL="457200" lvl="0" indent="-3143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4117"/>
              <a:buChar char="●"/>
            </a:pPr>
            <a:r>
              <a:rPr lang="en-US" sz="3400"/>
              <a:t>Resistor</a:t>
            </a:r>
            <a:endParaRPr sz="3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→ limits or regulates the flow of electrical current in a circuit.</a:t>
            </a:r>
            <a:endParaRPr sz="3400"/>
          </a:p>
          <a:p>
            <a:pPr marL="457200" lvl="0" indent="-3143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4117"/>
              <a:buChar char="●"/>
            </a:pPr>
            <a:r>
              <a:rPr lang="en-US" sz="3400"/>
              <a:t>Power Module</a:t>
            </a:r>
            <a:endParaRPr sz="3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→Supplies power to the breadboard and components</a:t>
            </a:r>
            <a:endParaRPr sz="3400"/>
          </a:p>
          <a:p>
            <a:pPr marL="457200" lvl="0" indent="-3143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4117"/>
              <a:buChar char="●"/>
            </a:pPr>
            <a:r>
              <a:rPr lang="en-US" sz="3400"/>
              <a:t>Push Button Switch</a:t>
            </a:r>
            <a:endParaRPr sz="34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6">
                <a:solidFill>
                  <a:srgbClr val="980000"/>
                </a:solidFill>
              </a:rPr>
              <a:t>→Used for manual input to the circuit.</a:t>
            </a:r>
            <a:br>
              <a:rPr lang="en-US" sz="3400"/>
            </a:br>
            <a:endParaRPr sz="3400"/>
          </a:p>
        </p:txBody>
      </p:sp>
      <p:pic>
        <p:nvPicPr>
          <p:cNvPr id="138" name="Google Shape;138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42538" y="0"/>
            <a:ext cx="594946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2295d0492_0_21"/>
          <p:cNvSpPr txBox="1">
            <a:spLocks noGrp="1"/>
          </p:cNvSpPr>
          <p:nvPr>
            <p:ph type="title" idx="4294967295"/>
          </p:nvPr>
        </p:nvSpPr>
        <p:spPr>
          <a:xfrm>
            <a:off x="415650" y="139550"/>
            <a:ext cx="11360700" cy="9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CIRCUIT IMPLEMENTATION</a:t>
            </a:r>
            <a:endParaRPr/>
          </a:p>
        </p:txBody>
      </p:sp>
      <p:pic>
        <p:nvPicPr>
          <p:cNvPr id="144" name="Google Shape;144;g272295d0492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575" y="837250"/>
            <a:ext cx="8903526" cy="558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lin ang="5400012" scaled="0"/>
        </a:gra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body" idx="4294967295"/>
          </p:nvPr>
        </p:nvSpPr>
        <p:spPr>
          <a:xfrm>
            <a:off x="1049215" y="2335578"/>
            <a:ext cx="10515600" cy="307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en-US" sz="9600"/>
              <a:t>			 Thank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9600"/>
              <a:buNone/>
            </a:pPr>
            <a:r>
              <a:rPr lang="en-US" sz="9600"/>
              <a:t>				You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AFB8"/>
            </a:gs>
            <a:gs pos="100000">
              <a:srgbClr val="616D73"/>
            </a:gs>
          </a:gsLst>
          <a:lin ang="5400012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>
            <a:spLocks noGrp="1"/>
          </p:cNvSpPr>
          <p:nvPr>
            <p:ph type="title" idx="4294967295"/>
          </p:nvPr>
        </p:nvSpPr>
        <p:spPr>
          <a:xfrm>
            <a:off x="656493" y="810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				                Members </a:t>
            </a:r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body" idx="4294967295"/>
          </p:nvPr>
        </p:nvSpPr>
        <p:spPr>
          <a:xfrm>
            <a:off x="70338" y="1318846"/>
            <a:ext cx="12121662" cy="553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0" i="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solidFill>
                  <a:schemeClr val="dk1"/>
                </a:solidFill>
              </a:rPr>
              <a:t>Shafin Rahman 2233146642        </a:t>
            </a:r>
            <a:r>
              <a:rPr lang="en-US" sz="1600" dirty="0"/>
              <a:t>                                                                                                            </a:t>
            </a:r>
            <a:r>
              <a:rPr lang="en-US" sz="1600" dirty="0">
                <a:solidFill>
                  <a:schemeClr val="dk1"/>
                </a:solidFill>
              </a:rPr>
              <a:t>  Md. Kaif Uddin 2231910643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0" i="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lang="en-US" sz="16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Mohammad </a:t>
            </a:r>
            <a:r>
              <a:rPr lang="en-US" sz="1600" b="0" i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Safayet</a:t>
            </a:r>
            <a:r>
              <a:rPr lang="en-US" sz="16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Hossain Alif  2232562642</a:t>
            </a:r>
            <a:r>
              <a:rPr lang="en-US" sz="18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600" b="0" i="0" dirty="0">
                <a:solidFill>
                  <a:srgbClr val="000000"/>
                </a:solidFill>
              </a:rPr>
              <a:t>                                                </a:t>
            </a:r>
            <a:r>
              <a:rPr lang="en-US" sz="1600" dirty="0">
                <a:solidFill>
                  <a:srgbClr val="000000"/>
                </a:solidFill>
              </a:rPr>
              <a:t>                   </a:t>
            </a:r>
            <a:r>
              <a:rPr lang="en-US" sz="1600" b="0" i="0" dirty="0">
                <a:solidFill>
                  <a:srgbClr val="000000"/>
                </a:solidFill>
              </a:rPr>
              <a:t>Nishat Tasnim Zaman </a:t>
            </a:r>
            <a:r>
              <a:rPr lang="en-US" sz="1600" b="0" i="0" dirty="0" err="1">
                <a:solidFill>
                  <a:srgbClr val="000000"/>
                </a:solidFill>
              </a:rPr>
              <a:t>Nibrita</a:t>
            </a:r>
            <a:r>
              <a:rPr lang="en-US" sz="1600" b="0" i="0">
                <a:solidFill>
                  <a:srgbClr val="000000"/>
                </a:solidFill>
              </a:rPr>
              <a:t> 213226764 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56" name="Google Shape;1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211" y="860846"/>
            <a:ext cx="1400436" cy="186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211" y="3226073"/>
            <a:ext cx="1400436" cy="186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0918" y="3199696"/>
            <a:ext cx="1400436" cy="186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28386" y="860846"/>
            <a:ext cx="1400436" cy="1864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Simple Light</vt:lpstr>
      <vt:lpstr>Steering Wheel Safety System  Group: 04 Course: CSE231 Section – 07  Course Instructor: Dr. Khaleda Ali  </vt:lpstr>
      <vt:lpstr>The Problem </vt:lpstr>
      <vt:lpstr>About 6284 people died in accident due to getting distracted while driving. [source: Dhaka Tribune] </vt:lpstr>
      <vt:lpstr>Potential solution </vt:lpstr>
      <vt:lpstr>A System that detects removal of hand from the steering wheel </vt:lpstr>
      <vt:lpstr>Blueprint of the solution </vt:lpstr>
      <vt:lpstr> </vt:lpstr>
      <vt:lpstr>Truth Table using C++ code</vt:lpstr>
      <vt:lpstr> First Attempt </vt:lpstr>
      <vt:lpstr>               Final Circuit Simulation</vt:lpstr>
      <vt:lpstr>Truth  Table </vt:lpstr>
      <vt:lpstr>Components </vt:lpstr>
      <vt:lpstr>Wires      →Used for making electrical connections. Breadboard         →for building and testing circuits. 3- input OR Gate                →Outputs high if any one of the inputs is high. 2 input AND Gate   →Outputs high only if both inputs are high. 8X1 MUX (Multiplexer)            →selects one of several input signals and forwards the selected                 input to a single output line.                                                                                  NOT Gate →Outputs the inverse of the input. Buzzer →Used for sound alarms . Resistor → limits or regulates the flow of electrical current in a circuit. Power Module →Supplies power to the breadboard and components Push Button Switch →Used for manual input to the circuit. </vt:lpstr>
      <vt:lpstr>               CIRCUIT IMPLEMENTATION</vt:lpstr>
      <vt:lpstr>PowerPoint Presentation</vt:lpstr>
      <vt:lpstr>                    Members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Shafin Rahman</dc:creator>
  <cp:lastModifiedBy>Shafin Rahman</cp:lastModifiedBy>
  <cp:revision>1</cp:revision>
  <dcterms:created xsi:type="dcterms:W3CDTF">2024-04-03T10:32:01Z</dcterms:created>
  <dcterms:modified xsi:type="dcterms:W3CDTF">2025-08-11T15:08:05Z</dcterms:modified>
</cp:coreProperties>
</file>